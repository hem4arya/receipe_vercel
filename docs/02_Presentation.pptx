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Recipe Finder: A Comprehensive Culinary Discovery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8D7"/>
                </a:solidFill>
              </a:rPr>
              <a:t>Final Year Project Defense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Tech Stack: HTML5 (Semantic Web) • CSS3 (Advanced Design System) • JavaScript (ES6+ Modular Architecture) • Node.js (Local Runtime Environment)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Recipe Finder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A Smart Culinary Discovery Platform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Presented by: Hem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Final Year Project Defense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1. Introduction &amp; Problem Statement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2. Objectives &amp; Scope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3. System Architecture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4. Key Features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5. Technology Stack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6. Implementation Details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7. Future Scope &amp;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Digital solution for meal planning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Focus on 'Zero-Friction' User Experience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Bridging the gap between complexity and usability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Existing platforms are ad-heavy and slow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Information overload causes decision fatigue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Lack of standardized, easy-to-read formats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⚡ Performance: Instant load times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🎨 Aesthetics: Premium 'Modern Organic' design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📱 Responsiveness: Seamless across all devices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🛠️ Maintainability: Modular code structure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Client-Side Component Architecture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Data Layer: Local JSON Module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Logic Layer: ES6 JavaScript Controllers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Presentation Layer: Semantic HTML5 &amp; CSS3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Frontend: HTML5, CSS3, Vanilla JavaScript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Runtime: Node.js (Local Server)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Tools: Git, VS Code, npm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Design: Custom CSS Variables &amp; Grid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Features: Smart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Real-time O(N) filtering algorithm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Search by Name, Ingredient, or Tag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Instant visual feedback (No page reloads)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Features: UI/UX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Immersive Hero Sections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Clean, Two-Column Detail Layout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Metadata Badges for quick info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Smooth Hover Animations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Implementation: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Modular JS: `import { recipes } from './data.js'`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Dynamic DOM: `document.createElement()`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Event Delegation for performance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URLSearchParams for routing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Testing &amp;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Unit Testing: Data integrity checks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Cross-Browser: Chrome, Edge, Firefox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Responsive: Mobile (375px) to Desktop (1200px)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Accessibility: WCAG 2.1 Compliance check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☁️ Cloud Integration (MongoDB/Firebase)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👤 User Profiles &amp; Favorites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🛒 Shopping List Generation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🤖 AI-based Meal Recommendations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Successfully delivered a high-performance app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Met all UI/UX and technical objectives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Ready for deployment and scaling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Questions?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3333"/>
                </a:solidFill>
              </a:rPr>
              <a:t>Live Demo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Finder: A Comprehensive Culinary Discovery Platform</dc:title>
  <dc:subject>PptxGenJS Presentation</dc:subject>
  <dc:creator>Student Defense Kit</dc:creator>
  <cp:lastModifiedBy>Student Defense Kit</cp:lastModifiedBy>
  <cp:revision>1</cp:revision>
  <dcterms:created xsi:type="dcterms:W3CDTF">2025-12-01T11:54:58Z</dcterms:created>
  <dcterms:modified xsi:type="dcterms:W3CDTF">2025-12-01T11:54:58Z</dcterms:modified>
</cp:coreProperties>
</file>